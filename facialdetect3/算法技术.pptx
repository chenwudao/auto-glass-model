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31">
            <a:extLst>
              <a:ext uri="{FF2B5EF4-FFF2-40B4-BE49-F238E27FC236}">
                <a16:creationId xmlns:a16="http://schemas.microsoft.com/office/drawing/2014/main" id="{B4059D9B-2E55-47FE-A188-0F9BD734E0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33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35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413147" y="366639"/>
            <a:ext cx="8317705" cy="67544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zh-CN" altLang="en-US" sz="3700">
                <a:latin typeface="+mj-lt"/>
                <a:ea typeface="+mj-ea"/>
                <a:cs typeface="+mj-cs"/>
              </a:rPr>
              <a:t>算法技术</a:t>
            </a:r>
            <a:endParaRPr lang="en-US" sz="3700">
              <a:latin typeface="+mj-lt"/>
              <a:ea typeface="+mj-ea"/>
              <a:cs typeface="+mj-cs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6599849-C3A2-42E4-0330-549E73B01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95" y="1042080"/>
            <a:ext cx="2686538" cy="4553454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F860153-200B-E5A9-5C6E-05C3E65B7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401" y="640487"/>
            <a:ext cx="3415375" cy="161376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191CDC5-F71A-BCA4-A6E8-FD06627CC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6351" y="3730842"/>
            <a:ext cx="4125575" cy="233094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815590" y="4702982"/>
            <a:ext cx="420624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zh-CN" altLang="en-US"/>
          </a:p>
          <a:p>
            <a:pPr>
              <a:spcAft>
                <a:spcPts val="600"/>
              </a:spcAft>
            </a:pPr>
            <a:r>
              <a:rPr sz="1200" b="1" dirty="0"/>
              <a:t>
</a:t>
            </a:r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1DE5AD6-4356-F551-3147-6387292F4855}"/>
              </a:ext>
            </a:extLst>
          </p:cNvPr>
          <p:cNvSpPr txBox="1"/>
          <p:nvPr/>
        </p:nvSpPr>
        <p:spPr>
          <a:xfrm>
            <a:off x="241772" y="5740400"/>
            <a:ext cx="2777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收集、算法、建模技术栈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2A19DE9-4567-B909-18A0-93746EAFA8F9}"/>
              </a:ext>
            </a:extLst>
          </p:cNvPr>
          <p:cNvSpPr txBox="1"/>
          <p:nvPr/>
        </p:nvSpPr>
        <p:spPr>
          <a:xfrm>
            <a:off x="3250358" y="2807512"/>
            <a:ext cx="21182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YOLO</a:t>
            </a:r>
            <a:r>
              <a:rPr lang="zh-CN" altLang="en-US" dirty="0"/>
              <a:t>算法分析面部，检测晶状体状态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1A508D6-2F17-CFF8-9098-B60860124553}"/>
              </a:ext>
            </a:extLst>
          </p:cNvPr>
          <p:cNvSpPr txBox="1"/>
          <p:nvPr/>
        </p:nvSpPr>
        <p:spPr>
          <a:xfrm>
            <a:off x="5433245" y="2343432"/>
            <a:ext cx="3732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SHAP</a:t>
            </a:r>
            <a:r>
              <a:rPr lang="zh-CN" altLang="en-US" dirty="0"/>
              <a:t>评估支持向量机（</a:t>
            </a:r>
            <a:r>
              <a:rPr lang="en-US" altLang="zh-CN" dirty="0"/>
              <a:t>SVM</a:t>
            </a:r>
            <a:r>
              <a:rPr lang="zh-CN" altLang="en-US"/>
              <a:t>）模型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835B82-D63D-AC81-5FCB-65FFB9C5C6B9}"/>
              </a:ext>
            </a:extLst>
          </p:cNvPr>
          <p:cNvSpPr txBox="1"/>
          <p:nvPr/>
        </p:nvSpPr>
        <p:spPr>
          <a:xfrm>
            <a:off x="3471451" y="6248400"/>
            <a:ext cx="420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以随机森林构建调节能力变化模型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33F3376-736D-9166-5978-C16CE91457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933" y="429426"/>
            <a:ext cx="1776088" cy="2284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35</Words>
  <Application>Microsoft Office PowerPoint</Application>
  <PresentationFormat>全屏显示(4:3)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陈俊西</cp:lastModifiedBy>
  <cp:revision>4</cp:revision>
  <dcterms:created xsi:type="dcterms:W3CDTF">2013-01-27T09:14:16Z</dcterms:created>
  <dcterms:modified xsi:type="dcterms:W3CDTF">2025-05-24T05:36:09Z</dcterms:modified>
  <cp:category/>
</cp:coreProperties>
</file>